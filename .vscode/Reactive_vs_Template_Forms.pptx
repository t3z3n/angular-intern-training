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Reactive Forms vs Template-driven 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Angular Forms Architecture Comparison</a:t>
            </a:r>
          </a:p>
          <a:p>
            <a:r>
              <a:t>Enterprise Perspective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Reactive Forms?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Form model defined in TypeScript</a:t>
            </a:r>
          </a:p>
          <a:p>
            <a:r>
              <a:t>• Uses FormGroup, FormControl, FormBuilder</a:t>
            </a:r>
          </a:p>
          <a:p>
            <a:r>
              <a:t>• Explicit and predictable data flow</a:t>
            </a:r>
          </a:p>
          <a:p>
            <a:r>
              <a:t>• Best for complex &amp; large forms</a:t>
            </a:r>
          </a:p>
          <a:p>
            <a:r>
              <a:t>• Preferred in enterprise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Template-driven Forms?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Form logic defined in HTML template</a:t>
            </a:r>
          </a:p>
          <a:p>
            <a:r>
              <a:t>• Uses ngModel and NgForm</a:t>
            </a:r>
          </a:p>
          <a:p>
            <a:r>
              <a:t>• Two-way data binding</a:t>
            </a:r>
          </a:p>
          <a:p>
            <a:r>
              <a:t>• Simple for small forms</a:t>
            </a:r>
          </a:p>
          <a:p>
            <a:r>
              <a:t>• Less scalable for large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Reactive Forms:</a:t>
            </a:r>
          </a:p>
          <a:p>
            <a:r>
              <a:t>• FormGroup with nested FormGroups (Address, Company)</a:t>
            </a:r>
          </a:p>
          <a:p>
            <a:r>
              <a:t>• Strong typing support</a:t>
            </a:r>
          </a:p>
          <a:p/>
          <a:p>
            <a:r>
              <a:t>Template-driven Forms:</a:t>
            </a:r>
          </a:p>
          <a:p>
            <a:r>
              <a:t>• ngModel binding</a:t>
            </a:r>
          </a:p>
          <a:p>
            <a:r>
              <a:t>• Template reference variables for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Reactive Forms:</a:t>
            </a:r>
          </a:p>
          <a:p>
            <a:r>
              <a:t>• Validators.required in TypeScript</a:t>
            </a:r>
          </a:p>
          <a:p>
            <a:r>
              <a:t>• Centralized validation logic</a:t>
            </a:r>
          </a:p>
          <a:p/>
          <a:p>
            <a:r>
              <a:t>Template-driven Forms:</a:t>
            </a:r>
          </a:p>
          <a:p>
            <a:r>
              <a:t>• required attribute in HTML</a:t>
            </a:r>
          </a:p>
          <a:p>
            <a:r>
              <a:t>• Validation using #emailModel='ngModel'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Reactive Form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 = this.fb.group({</a:t>
            </a:r>
          </a:p>
          <a:p>
            <a:r>
              <a:t>  firstName: ['', Validators.required],</a:t>
            </a:r>
          </a:p>
          <a:p>
            <a:r>
              <a:t>  address: this.fb.group({ city: [''] })</a:t>
            </a:r>
          </a:p>
          <a:p>
            <a:r>
              <a:t>});</a:t>
            </a:r>
          </a:p>
          <a:p/>
          <a:p>
            <a:r>
              <a:t>&lt;form [formGroup]='form'&gt;</a:t>
            </a:r>
          </a:p>
          <a:p>
            <a:r>
              <a:t>  &lt;input formControlName='firstName'&gt;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Template-driven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&lt;form #userForm='ngForm'&gt;</a:t>
            </a:r>
          </a:p>
          <a:p>
            <a:r>
              <a:t>  &lt;input name='firstName'</a:t>
            </a:r>
          </a:p>
          <a:p>
            <a:r>
              <a:t>         [(ngModel)]='user.firstName' required&gt;</a:t>
            </a:r>
          </a:p>
          <a:p>
            <a:r>
              <a:t>&lt;/form&gt;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Reactive Forms when:</a:t>
            </a:r>
          </a:p>
          <a:p>
            <a:r>
              <a:t>• Large enterprise applications</a:t>
            </a:r>
          </a:p>
          <a:p>
            <a:r>
              <a:t>• Complex nested forms</a:t>
            </a:r>
          </a:p>
          <a:p>
            <a:r>
              <a:t>• Dynamic form generation</a:t>
            </a:r>
          </a:p>
          <a:p/>
          <a:p>
            <a:r>
              <a:t>Use Template-driven Forms when:</a:t>
            </a:r>
          </a:p>
          <a:p>
            <a:r>
              <a:t>• Simple CRUD forms</a:t>
            </a:r>
          </a:p>
          <a:p>
            <a:r>
              <a:t>• Small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Enterprise Apps → Reactive Forms</a:t>
            </a:r>
          </a:p>
          <a:p>
            <a:r>
              <a:t>✔ Simple Forms → Template-driven</a:t>
            </a:r>
          </a:p>
          <a:p/>
          <a:p>
            <a:r>
              <a:t>Reactive Forms provide:</a:t>
            </a:r>
          </a:p>
          <a:p>
            <a:r>
              <a:t>• Better scalability</a:t>
            </a:r>
          </a:p>
          <a:p>
            <a:r>
              <a:t>• Better testability</a:t>
            </a:r>
          </a:p>
          <a:p>
            <a:r>
              <a:t>• Better maintainability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